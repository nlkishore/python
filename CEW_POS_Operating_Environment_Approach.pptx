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PBIs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17</c:v>
                </c:pt>
                <c:pt idx="2">
                  <c:v>30</c:v>
                </c:pt>
                <c:pt idx="3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0F1A35"/>
          </a:solidFill>
          <a:ln w="12700">
            <a:solidFill>
              <a:srgbClr val="0F1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457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CEW POS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Environment — Understanding &amp; Approach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document for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General 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understanding of how CEW operates today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CEW L3 operates on a structurally aligned model to GEB L3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40680" cy="2331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190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 LIFECYCLE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lifecycle mirrors the GEB L3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(email / Jira via L2)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pickup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team discussion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(BAU / code fix / config / patch)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and production deployment as per PI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440680" cy="2331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54864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7190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SHAPE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2011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Squad-based delivery across ~23 members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42316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squads aligned by geography and product line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Co-Lead and Member structure within each squad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delivery model — Malaysia, Singapore, India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routed to relevant squad, picked up by a developer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440680" cy="2331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23360"/>
            <a:ext cx="54864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879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forum cadence, Jira-anchored conversation trail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squad-review forums — the primary working rhythm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holds the full conversation trail per ticket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key inputs and resolution path captured per case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hygiene tracked in Jira across resolution states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440680" cy="2331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4023360"/>
            <a:ext cx="54864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1879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LANDSCAPE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4480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observed (Jan – May 2026)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8920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— TT, bulk payments, recurring payments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entitlements and authorisation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and file processing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API failures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mix — Defects (majority) and Tasks (config / deployment / docs)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06424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1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extension carries natural operational adjacency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CEW and GEB share ecosystem, lifecycle and customer context — extension is continuity, not new ground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76072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alignment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CEW L3 lifecycle is functionally aligned to the GEB L3 model — intake, pickup, analysis, release. This reduces operating ramp risk if the scope extends.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76072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0896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and domain continuity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downstream systems (IDB, DMP, payment ecosystem), shared regulatory and customer context, and shared multi-country deployment model — natural operational adjacency.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576072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66344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46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operating at the GEB–CEW boundary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CBPR+ TT migration (Singapore) —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PROL3PS-418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CBPR+ flow (Malaysia) —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PROL3PS-1111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handling has built familiarity with CEW boundary behaviour and inter-application flows.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554480"/>
            <a:ext cx="5212080" cy="3383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719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CEW Issue Volume — 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monthly counts (CEW Jira observation)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629400" y="2331720"/>
          <a:ext cx="49377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492240" y="5074920"/>
            <a:ext cx="5212080" cy="128016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52395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DRIVER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66560" y="5532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CEW VASA, OFM, EDP and other in-flight implementations driving footprint expansion — engagement view factored against the bank's roadmap, not today's run-rate alone.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06424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1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to the extension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Continuity-led, anchored to the bank's roadmap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0" y="19019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Continuity-led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226771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the operational adjacency already established through GEB delivery and the CBPR+ engagement at the GEB–CEW boundary.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1124712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54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28800" y="31363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scoping aligned to the bank's roadmap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35021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CEW VASA, OFM, EDP and other in-flight implementations factored into the engagement view alongside today's footprint.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1480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89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828800" y="4370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through the existing coordination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4736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routing, GEB SPOC and the CEW squad leadership form the natural rhythm to extend through, rather than running a parallel structure.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3492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23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828800" y="5605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Bank's view sought on direction and emphasis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59710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Inviting input ahead of the formal RFP submission to ensure approach is aligned with the bank's intent.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6424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1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CEW POS — Operating Environment Understanding &amp; Approach</dc:title>
  <dc:subject>PptxGenJS Presentation</dc:subject>
  <dc:creator>PptxGenJS</dc:creator>
  <cp:lastModifiedBy>PptxGenJS</cp:lastModifiedBy>
  <cp:revision>1</cp:revision>
  <dcterms:created xsi:type="dcterms:W3CDTF">2026-05-19T20:20:28Z</dcterms:created>
  <dcterms:modified xsi:type="dcterms:W3CDTF">2026-05-19T20:20:28Z</dcterms:modified>
</cp:coreProperties>
</file>