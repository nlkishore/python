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0584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 FCC Platform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11480" y="18745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JBoss EAP 8 Migration Assessment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2606040"/>
            <a:ext cx="832104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7889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UOB Bank Singapore  |  Wipro Consulting  |  March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448056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GEB / FCC?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4023360"/>
          </a:xfrm>
          <a:prstGeom prst="rect">
            <a:avLst/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3840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Finastra Fusion Corporate Channel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known as GEB (Global Electronic Banking) or BIB Plus.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corporate internet banking platform serving UOB Bank's corporate customers across Asia. Handles high-volume, high-value banking transactions.
</a:t>
            </a:r>
            <a:endParaRPr lang="en-US" sz="15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</a:t>
            </a:r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continuous production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 ·  JBoss EAP 7.x  ·  Oracle DB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777240"/>
            <a:ext cx="4114800" cy="1874520"/>
          </a:xfrm>
          <a:prstGeom prst="rect">
            <a:avLst/>
          </a:prstGeom>
          <a:solidFill>
            <a:srgbClr val="1F4E79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86868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 (BIB Plus)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processing engine — transaction logic, maker-checker workflow, approvals, reporting, batch processing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2834640"/>
            <a:ext cx="4114800" cy="1965960"/>
          </a:xfrm>
          <a:prstGeom prst="rect">
            <a:avLst/>
          </a:prstGeom>
          <a:solidFill>
            <a:srgbClr val="2E75B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292608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UOB Infinity
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front-end portal. Connects to GEB via WSService REST APIs for all actual processing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0" y="2651760"/>
            <a:ext cx="164592" cy="16459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26243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Flows Through GEB — End to End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86384"/>
            <a:ext cx="310896" cy="310896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786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03504" y="74980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— Dojo UI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749808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clicks. Dojo submits form or fires AJAX call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143000"/>
            <a:ext cx="868680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1188720"/>
            <a:ext cx="310896" cy="310896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11887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" y="115214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JBoss Container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1152144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Turbine servlet (/portal/*) or WSService (/geb/wsaction/*)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1545336"/>
            <a:ext cx="868680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4" name="Shape 12"/>
          <p:cNvSpPr/>
          <p:nvPr/>
        </p:nvSpPr>
        <p:spPr>
          <a:xfrm>
            <a:off x="228600" y="1591056"/>
            <a:ext cx="310896" cy="310896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1591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" y="155448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 Servlet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1554480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RunData. Validates session. Resolves Screen (Standard/Ajax)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1947672"/>
            <a:ext cx="868680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9" name="Shape 17"/>
          <p:cNvSpPr/>
          <p:nvPr/>
        </p:nvSpPr>
        <p:spPr>
          <a:xfrm>
            <a:off x="228600" y="1993392"/>
            <a:ext cx="310896" cy="310896"/>
          </a:xfrm>
          <a:prstGeom prst="ellipse">
            <a:avLst/>
          </a:prstGeom>
          <a:solidFill>
            <a:srgbClr val="5C3317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" y="1993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" y="195681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Chrome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1956816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runs. TopBIBP.vm / BottomBIBP.vm — outer page navigation established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2350008"/>
            <a:ext cx="868680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4" name="Shape 22"/>
          <p:cNvSpPr/>
          <p:nvPr/>
        </p:nvSpPr>
        <p:spPr>
          <a:xfrm>
            <a:off x="228600" y="2395728"/>
            <a:ext cx="310896" cy="310896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" y="23957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3504" y="235915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Execution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2359152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triggers portal aggregation — Jetspeed/PSML consulted for portlets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2752344"/>
            <a:ext cx="868680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9" name="Shape 27"/>
          <p:cNvSpPr/>
          <p:nvPr/>
        </p:nvSpPr>
        <p:spPr>
          <a:xfrm>
            <a:off x="228600" y="2798064"/>
            <a:ext cx="310896" cy="310896"/>
          </a:xfrm>
          <a:prstGeom prst="ellipse">
            <a:avLst/>
          </a:prstGeom>
          <a:solidFill>
            <a:srgbClr val="C55A11"/>
          </a:solidFill>
          <a:ln/>
        </p:spPr>
      </p:sp>
      <p:sp>
        <p:nvSpPr>
          <p:cNvPr id="30" name="Text 28"/>
          <p:cNvSpPr/>
          <p:nvPr/>
        </p:nvSpPr>
        <p:spPr>
          <a:xfrm>
            <a:off x="228600" y="27980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3504" y="276148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Portlet + Business Logic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0" y="2761488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Portlet runs: ACL → crypto → cache → PoolBrokerService queries Oracle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28600" y="3154680"/>
            <a:ext cx="868680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Shape 32"/>
          <p:cNvSpPr/>
          <p:nvPr/>
        </p:nvSpPr>
        <p:spPr>
          <a:xfrm>
            <a:off x="228600" y="3200400"/>
            <a:ext cx="310896" cy="310896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35" name="Text 33"/>
          <p:cNvSpPr/>
          <p:nvPr/>
        </p:nvSpPr>
        <p:spPr>
          <a:xfrm>
            <a:off x="228600" y="32004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3504" y="316382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XSLT Inside Portlet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0" y="3163824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ProductTool.parseToECS → XSLTCachingService → Xalan → HTML fragment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28600" y="3557016"/>
            <a:ext cx="868680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9" name="Shape 37"/>
          <p:cNvSpPr/>
          <p:nvPr/>
        </p:nvSpPr>
        <p:spPr>
          <a:xfrm>
            <a:off x="228600" y="3602736"/>
            <a:ext cx="310896" cy="310896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40" name="Text 38"/>
          <p:cNvSpPr/>
          <p:nvPr/>
        </p:nvSpPr>
        <p:spPr>
          <a:xfrm>
            <a:off x="228600" y="36027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3504" y="356616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 Aggregation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00400" y="3566160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aggregate all portlet HTML — PortletSet / RowColumn layout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28600" y="3959352"/>
            <a:ext cx="868680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4" name="Shape 42"/>
          <p:cNvSpPr/>
          <p:nvPr/>
        </p:nvSpPr>
        <p:spPr>
          <a:xfrm>
            <a:off x="228600" y="4005072"/>
            <a:ext cx="310896" cy="31089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45" name="Text 43"/>
          <p:cNvSpPr/>
          <p:nvPr/>
        </p:nvSpPr>
        <p:spPr>
          <a:xfrm>
            <a:off x="228600" y="40050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03504" y="396849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Layout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200400" y="3968496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DefaultGTPLayout / GTPFormLayout — final page assembly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28600" y="4361688"/>
            <a:ext cx="868680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9" name="Shape 47"/>
          <p:cNvSpPr/>
          <p:nvPr/>
        </p:nvSpPr>
        <p:spPr>
          <a:xfrm>
            <a:off x="228600" y="4407408"/>
            <a:ext cx="310896" cy="310896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50" name="Text 48"/>
          <p:cNvSpPr/>
          <p:nvPr/>
        </p:nvSpPr>
        <p:spPr>
          <a:xfrm>
            <a:off x="228600" y="44074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03504" y="437083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200400" y="4370832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HTML returned. Dojo enhances with interactive widgets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65760" y="786384"/>
            <a:ext cx="36576" cy="3931920"/>
          </a:xfrm>
          <a:prstGeom prst="rect">
            <a:avLst/>
          </a:prstGeom>
          <a:solidFill>
            <a:srgbClr val="D0D0D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Architecture Components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206240" cy="749808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49808"/>
            <a:ext cx="64008" cy="74980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Turbine 2.3.3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controller + Service container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22529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Finastra-customised bundle — contains GTP services inside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749808"/>
            <a:ext cx="4206240" cy="749808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749808"/>
            <a:ext cx="64008" cy="7498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8046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Jetspeed + PSML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0241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engine — page composition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22529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owned in com.misys.portal.jetspeed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1609344"/>
            <a:ext cx="4206240" cy="749808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1609344"/>
            <a:ext cx="64008" cy="7498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6642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Portlets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188366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building blocks — business logic + rendering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08483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product modules — FT, LC, BG, AB, DDA and more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609344"/>
            <a:ext cx="4206240" cy="749808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609344"/>
            <a:ext cx="64008" cy="749808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6642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XSL / XSLT + ECS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188366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rendering engine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08483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ProductTool.parseToECS → XSLTCachingService → Xalan 2.7.2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2468880"/>
            <a:ext cx="4206240" cy="749808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468880"/>
            <a:ext cx="64008" cy="74980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52374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274320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layout engine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294436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TopBIBP.vm / BottomBIBP.vm / DefaultGTPLayout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468880"/>
            <a:ext cx="4206240" cy="749808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468880"/>
            <a:ext cx="64008" cy="74980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52374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Dojo Toolkit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274320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Browser-side JavaScript UI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294436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client-side — no server migration dependency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" y="3328416"/>
            <a:ext cx="4206240" cy="749808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28600" y="3328416"/>
            <a:ext cx="64008" cy="749808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33832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3.1.1 + PoolBrokerService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5760" y="360273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access layer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380390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schema.xml — footprint beyond 21 imports via generated Peer classes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3328416"/>
            <a:ext cx="4206240" cy="749808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3328416"/>
            <a:ext cx="64008" cy="7498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33832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4.2.9 (WSService)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46320" y="360273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layer for UOB Infinity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46320" y="380390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Architecturally separate from main Turbine portal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Direct Code Analysis Has Revealed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206240" cy="1051560"/>
          </a:xfrm>
          <a:prstGeom prst="rect">
            <a:avLst/>
          </a:prstGeom>
          <a:solidFill>
            <a:srgbClr val="E2EFDA"/>
          </a:solidFill>
          <a:ln w="12700">
            <a:solidFill>
              <a:srgbClr val="37562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49808"/>
            <a:ext cx="64008" cy="1051560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41248"/>
            <a:ext cx="256032" cy="256032"/>
          </a:xfrm>
          <a:prstGeom prst="ellipse">
            <a:avLst/>
          </a:prstGeom>
          <a:solidFill>
            <a:srgbClr val="375623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41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javax.portlet.* in source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133856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scan found zero javax.portlet.* references. Finastra built against their own 1998 portal interface. Portlet-api-1.0.jar is unused.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749808"/>
            <a:ext cx="4206240" cy="1051560"/>
          </a:xfrm>
          <a:prstGeom prst="rect">
            <a:avLst/>
          </a:prstGeom>
          <a:solidFill>
            <a:srgbClr val="E2EFDA"/>
          </a:solidFill>
          <a:ln w="12700">
            <a:solidFill>
              <a:srgbClr val="37562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749808"/>
            <a:ext cx="64008" cy="1051560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841248"/>
            <a:ext cx="256032" cy="256032"/>
          </a:xfrm>
          <a:prstGeom prst="ellipse">
            <a:avLst/>
          </a:prstGeom>
          <a:solidFill>
            <a:srgbClr val="375623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841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6636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Jetspeed is owned source code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133856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com.misys.portal.jetspeed contains the full portal engine. No black-box JAR dependency. Scope of migration work is under analysis.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1892808"/>
            <a:ext cx="4206240" cy="105156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1892808"/>
            <a:ext cx="64008" cy="10515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1984248"/>
            <a:ext cx="256032" cy="256032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1984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 7.0 exists — path confirmed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2276856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 7.0 supports Jakarta + Java 17. GEB turbine.jar contains Finastra GTP bundle — not a standard JAR swap. 4-version gap with architectural changes.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1892808"/>
            <a:ext cx="4206240" cy="1051560"/>
          </a:xfrm>
          <a:prstGeom prst="rect">
            <a:avLst/>
          </a:prstGeom>
          <a:solidFill>
            <a:srgbClr val="FCE4D6"/>
          </a:solidFill>
          <a:ln w="12700">
            <a:solidFill>
              <a:srgbClr val="C55A1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892808"/>
            <a:ext cx="64008" cy="105156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1984248"/>
            <a:ext cx="256032" cy="256032"/>
          </a:xfrm>
          <a:prstGeom prst="ellipse">
            <a:avLst/>
          </a:prstGeom>
          <a:solidFill>
            <a:srgbClr val="C55A11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984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6636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footprint beyond 21 imports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2276856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Peer classes called from portlet business logic. No schema.xml found. Full extent requires systematic tracing through portlet code.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" y="3035808"/>
            <a:ext cx="4206240" cy="1051560"/>
          </a:xfrm>
          <a:prstGeom prst="rect">
            <a:avLst/>
          </a:prstGeom>
          <a:solidFill>
            <a:srgbClr val="E2EFDA"/>
          </a:solidFill>
          <a:ln w="12700">
            <a:solidFill>
              <a:srgbClr val="37562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3035808"/>
            <a:ext cx="64008" cy="1051560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" y="3127248"/>
            <a:ext cx="256032" cy="256032"/>
          </a:xfrm>
          <a:prstGeom prst="ellipse">
            <a:avLst/>
          </a:prstGeom>
          <a:solidFill>
            <a:srgbClr val="375623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3127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XSL files have no migration dependency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3419856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.xsl files are pure XML — not affected by server migration. XSLTCachingService, ECS, and Xalan 2.7.2 require separate compatibility assessment.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3035808"/>
            <a:ext cx="4206240" cy="105156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035808"/>
            <a:ext cx="64008" cy="10515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6" name="Shape 34"/>
          <p:cNvSpPr/>
          <p:nvPr/>
        </p:nvSpPr>
        <p:spPr>
          <a:xfrm>
            <a:off x="4846320" y="3127248"/>
            <a:ext cx="256032" cy="256032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127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6636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javax.* visible surface — 160 import lines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46320" y="3419856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import lines are the scanner-visible surface. Runtime string references, reflection patterns, and config files require targeted review beyond imports.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Dependency Analysis — 68,420 Import Statements Scanned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2834640" cy="4160520"/>
          </a:xfrm>
          <a:prstGeom prst="rect">
            <a:avLst/>
          </a:prstGeom>
          <a:solidFill>
            <a:srgbClr val="E2EFDA"/>
          </a:solidFill>
          <a:ln w="19050">
            <a:solidFill>
              <a:srgbClr val="37562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49808"/>
            <a:ext cx="2834640" cy="594360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74980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Migration Dependency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" y="1344168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92608" y="2029968"/>
            <a:ext cx="2651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com.misys.portal.* — 55.1% — Finastra/UOB business logic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java.* — 6.4% — Core Java SDK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XSL files — pure XML, no Java dependency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Dojo UI — browser-side, no server dependency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2968" y="749808"/>
            <a:ext cx="2834640" cy="4160520"/>
          </a:xfrm>
          <a:prstGeom prst="rect">
            <a:avLst/>
          </a:prstGeom>
          <a:solidFill>
            <a:srgbClr val="DEEAF1"/>
          </a:solidFill>
          <a:ln w="1905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749808"/>
            <a:ext cx="2834640" cy="5943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74980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&amp; Compatibility Work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46120" y="1344168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82696" y="2029968"/>
            <a:ext cx="2651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javax.* — 3.7% — 160 imports, automated rename available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org.apache.turbine.* — 2.1% — 90 imports, GTP bundle complexity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org.springframework.* — 1.8% — 76 imports, WSService layer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org.apache.torque.* — 0.5% — footprint beyond import count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749808"/>
            <a:ext cx="2834640" cy="4160520"/>
          </a:xfrm>
          <a:prstGeom prst="rect">
            <a:avLst/>
          </a:prstGeom>
          <a:solidFill>
            <a:srgbClr val="FCE4D6"/>
          </a:solidFill>
          <a:ln w="19050">
            <a:solidFill>
              <a:srgbClr val="C55A1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749808"/>
            <a:ext cx="2834640" cy="59436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16" name="Text 14"/>
          <p:cNvSpPr/>
          <p:nvPr/>
        </p:nvSpPr>
        <p:spPr>
          <a:xfrm>
            <a:off x="6236208" y="74980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In Progress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36208" y="1344168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272784" y="2029968"/>
            <a:ext cx="2651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Other/unclassified — 26.8% — XML libs, crypto, Finastra JARs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1.4.2 — rendering chain component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Castor XML — Java 17 reflection incompatibility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Commons, Velocity, Village — version verification needed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Turbine Challenge — Why It Is The Most Complex Component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206240" cy="406908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046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Inside GEB's turbine.jar?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Turbine 2.3.3 core classes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GTPInitializationService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GTPAuthenticationService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GTPAuthorizationService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GTPPoolBrokerService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GTPDefaultTemplateEngineService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XSLTCachingService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E2EEService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DaemonFactory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33 services total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749808"/>
            <a:ext cx="4206240" cy="406908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8046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Four-Version Architecture Leap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207008"/>
            <a:ext cx="347472" cy="347472"/>
          </a:xfrm>
          <a:prstGeom prst="ellipse">
            <a:avLst/>
          </a:prstGeom>
          <a:solidFill>
            <a:srgbClr val="C55A11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2070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2.3.3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12080" y="12252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 TODAY — javax.* — Java 8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51476" y="1554480"/>
            <a:ext cx="36576" cy="310896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13" name="Shape 11"/>
          <p:cNvSpPr/>
          <p:nvPr/>
        </p:nvSpPr>
        <p:spPr>
          <a:xfrm>
            <a:off x="4800600" y="1865376"/>
            <a:ext cx="347472" cy="3474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8653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12080" y="188366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Fulcrum components introduced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951476" y="2212848"/>
            <a:ext cx="36576" cy="310896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17" name="Shape 15"/>
          <p:cNvSpPr/>
          <p:nvPr/>
        </p:nvSpPr>
        <p:spPr>
          <a:xfrm>
            <a:off x="4800600" y="2523744"/>
            <a:ext cx="347472" cy="3474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25237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5.0/5.1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12080" y="25420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Log4j2, Velocity 2.x, Java 8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951476" y="2871216"/>
            <a:ext cx="36576" cy="310896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3182112"/>
            <a:ext cx="347472" cy="3474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1821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12080" y="3200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baseline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951476" y="3529584"/>
            <a:ext cx="36576" cy="310896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0600" y="3840480"/>
            <a:ext cx="347472" cy="34747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840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12080" y="38587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EE — Java 17 — TARGET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Status — What We Know · What We Are Finding · What Comes Next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2834640" cy="4160520"/>
          </a:xfrm>
          <a:prstGeom prst="rect">
            <a:avLst/>
          </a:prstGeom>
          <a:solidFill>
            <a:srgbClr val="E2EFDA"/>
          </a:solidFill>
          <a:ln w="19050">
            <a:solidFill>
              <a:srgbClr val="37562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49808"/>
            <a:ext cx="2834640" cy="457200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74980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Know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javax.portlet.* in source — portlet layer is not a namespace problem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Jetspeed portal engine is owned source — no black-box JAR constraint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XSL stylesheets have no server migration dependency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Dojo UI layer has no server migration dependency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javax.* import lines form the visible namespace surface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log4j 1.2.17 and commons CVEs are actionable immediately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72968" y="749808"/>
            <a:ext cx="2834640" cy="4160520"/>
          </a:xfrm>
          <a:prstGeom prst="rect">
            <a:avLst/>
          </a:prstGeom>
          <a:solidFill>
            <a:srgbClr val="DEEAF1"/>
          </a:solidFill>
          <a:ln w="1905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749808"/>
            <a:ext cx="2834640" cy="4572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74980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Finding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64408" y="1280160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 GTP bundle impact on business logic — 4-version leap being mapped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footprint through generated Peer classes requires portlet-by-portlet tracing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rendering chain behaviour under Java 17 and Turbine 7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XSLTCachingService and Xalan 2.7.2 Java 17 compatibility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26.8% unclassified dependencies — Finastra JARs, XML/crypto libs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4 to Spring 6 API compatibility in WSService layer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63056" y="749808"/>
            <a:ext cx="2834640" cy="4160520"/>
          </a:xfrm>
          <a:prstGeom prst="rect">
            <a:avLst/>
          </a:prstGeom>
          <a:solidFill>
            <a:srgbClr val="FCE4D6"/>
          </a:solidFill>
          <a:ln w="19050">
            <a:solidFill>
              <a:srgbClr val="C55A1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63056" y="749808"/>
            <a:ext cx="2834640" cy="45720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14" name="Text 12"/>
          <p:cNvSpPr/>
          <p:nvPr/>
        </p:nvSpPr>
        <p:spPr>
          <a:xfrm>
            <a:off x="6236208" y="74980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54496" y="1280160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remediation — log4j and commons-fileupload — immediately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 to Maven build conversion — unlocks all automated tooling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dependency classification of unclassified segment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 API mapping across Turbine version gap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usage tracing through portlet business logic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assessment before any migration phase begins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82296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Assessment Stands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600200"/>
            <a:ext cx="832104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737360"/>
            <a:ext cx="8321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assessment has moved from discussion to evidence.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gone into the code directly — scanning imports, tracing rendering flows, identifying what is inside the turbine.jar, mapping what Torque actually touches.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been found is documented. What has not yet been fully mapped is acknowledged honestly and is the work that the structured discovery phase is built to address.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surprise should reach production unmanaged.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0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 Consulting  ·  UOB Bank Singapore  ·  March 2026  ·  Confidential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GEB FCC Platform — JBoss EAP 8 Migration Assessment</dc:title>
  <dc:subject>PptxGenJS Presentation</dc:subject>
  <dc:creator>PptxGenJS</dc:creator>
  <cp:lastModifiedBy>PptxGenJS</cp:lastModifiedBy>
  <cp:revision>1</cp:revision>
  <dcterms:created xsi:type="dcterms:W3CDTF">2026-03-31T07:15:10Z</dcterms:created>
  <dcterms:modified xsi:type="dcterms:W3CDTF">2026-03-31T07:15:10Z</dcterms:modified>
</cp:coreProperties>
</file>