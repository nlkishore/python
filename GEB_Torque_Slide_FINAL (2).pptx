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Layer  —  Torque 3.1.1  →  Torque 6.0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457200" y="4297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ORM layer for core GEB entity tables  ·  Architecture has fundamentally changed between these versions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OF TORQUE IN GEB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65760" y="1170432"/>
            <a:ext cx="4114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Torque is the ORM (Object-Relational Mapping) layer that provides object-based interaction with GEB's core database tables. Instead of raw SQL, Torque gives GEB typed Java objects with relationship methods, caching through the Manager layer, and batch lifecycle management.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GEB also uses PoolBrokerService for direct SQL access via DBCP connection pool — this is the dominant database pattern across portlets and requires no migration changes. Torque is scoped to core entity tables listed below.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" y="22677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TABLES MANAGED BY TORQUE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2514600"/>
            <a:ext cx="4114800" cy="594360"/>
          </a:xfrm>
          <a:prstGeom prst="roundRect">
            <a:avLst>
              <a:gd name="adj" fmla="val 7692"/>
            </a:avLst>
          </a:prstGeom>
          <a:solidFill>
            <a:srgbClr val="EEEEF6"/>
          </a:solidFill>
          <a:ln w="5080">
            <a:solidFill>
              <a:srgbClr val="CCCC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54203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GTPCompany  ·  Company  ·  User  ·  Role  ·  Permission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(tnx)  ·  Role-Table Mappings  ·  Account Statement entities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tables power user login, role resolution, permission checks on every portlet action, entity management, and batch processing across all 6 countries.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65760" y="32461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  —  TORQUE 3.1.1  vs  6.0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3493008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Criteria class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874520" y="3493008"/>
            <a:ext cx="2606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Moved to new package + API methods renamed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3694176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BasePeer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874520" y="3694176"/>
            <a:ext cx="2606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Removed — replaced by BasePeerImpl architecture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7200" y="3895344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generation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874520" y="3895344"/>
            <a:ext cx="2606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classes per table → 8 classes per table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4096512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Village library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874520" y="4096512"/>
            <a:ext cx="2606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Completely removed from runtime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7200" y="4297680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 references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874520" y="4297680"/>
            <a:ext cx="2606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 constants → Column interface objects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709160" y="91440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 APPROACH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09160" y="1188720"/>
            <a:ext cx="4160520" cy="877824"/>
          </a:xfrm>
          <a:prstGeom prst="roundRect">
            <a:avLst>
              <a:gd name="adj" fmla="val 5208"/>
            </a:avLst>
          </a:prstGeom>
          <a:solidFill>
            <a:srgbClr val="F4F4F4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63840" y="1225296"/>
            <a:ext cx="868680" cy="173736"/>
          </a:xfrm>
          <a:prstGeom prst="roundRect">
            <a:avLst>
              <a:gd name="adj" fmla="val 21053"/>
            </a:avLst>
          </a:prstGeom>
          <a:solidFill>
            <a:srgbClr val="E94560"/>
          </a:solidFill>
          <a:ln/>
        </p:spPr>
      </p:sp>
      <p:sp>
        <p:nvSpPr>
          <p:cNvPr id="24" name="Text 22"/>
          <p:cNvSpPr/>
          <p:nvPr/>
        </p:nvSpPr>
        <p:spPr>
          <a:xfrm>
            <a:off x="7863840" y="1225296"/>
            <a:ext cx="8686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BREAKING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846320" y="122529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Criteria  —  Every ORM Query Must Be Updated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892040" y="1435608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Change: import package moves from util to criteria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892040" y="158191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Change: criteria.add() → criteria.where()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892040" y="1728216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Systematic find-and-replace across all Torque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892040" y="1874520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code. Logic remains identical — method names changed.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709160" y="2157984"/>
            <a:ext cx="4160520" cy="877824"/>
          </a:xfrm>
          <a:prstGeom prst="roundRect">
            <a:avLst>
              <a:gd name="adj" fmla="val 5208"/>
            </a:avLst>
          </a:prstGeom>
          <a:solidFill>
            <a:srgbClr val="F4F4F4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863840" y="2194560"/>
            <a:ext cx="868680" cy="173736"/>
          </a:xfrm>
          <a:prstGeom prst="roundRect">
            <a:avLst>
              <a:gd name="adj" fmla="val 21053"/>
            </a:avLst>
          </a:prstGeom>
          <a:solidFill>
            <a:srgbClr val="E67E22"/>
          </a:solidFill>
          <a:ln/>
        </p:spPr>
      </p:sp>
      <p:sp>
        <p:nvSpPr>
          <p:cNvPr id="32" name="Text 30"/>
          <p:cNvSpPr/>
          <p:nvPr/>
        </p:nvSpPr>
        <p:spPr>
          <a:xfrm>
            <a:off x="7863840" y="2194560"/>
            <a:ext cx="8686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REGENERATE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846320" y="219456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Classes  —  Must Be Regenerated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892040" y="240487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Change: Torque 6 generates 8 classes per table (was 4)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892040" y="2551176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New: PeerImpl, BasePeerImpl, RecordMapper, BaseRecordMapper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892040" y="2697480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Run Torque 6 generator against schema.xml.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892040" y="2843784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locating schema.xml — team is actively searching.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709160" y="3127248"/>
            <a:ext cx="4160520" cy="731520"/>
          </a:xfrm>
          <a:prstGeom prst="roundRect">
            <a:avLst>
              <a:gd name="adj" fmla="val 6250"/>
            </a:avLst>
          </a:prstGeom>
          <a:solidFill>
            <a:srgbClr val="F4F4F4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863840" y="3163824"/>
            <a:ext cx="868680" cy="173736"/>
          </a:xfrm>
          <a:prstGeom prst="roundRect">
            <a:avLst>
              <a:gd name="adj" fmla="val 21053"/>
            </a:avLst>
          </a:prstGeom>
          <a:solidFill>
            <a:srgbClr val="E94560"/>
          </a:solidFill>
          <a:ln/>
        </p:spPr>
      </p:sp>
      <p:sp>
        <p:nvSpPr>
          <p:cNvPr id="40" name="Text 38"/>
          <p:cNvSpPr/>
          <p:nvPr/>
        </p:nvSpPr>
        <p:spPr>
          <a:xfrm>
            <a:off x="7863840" y="3163824"/>
            <a:ext cx="8686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REWRITE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4846320" y="316382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Village  —  9 Files Require Rewrite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892040" y="3374136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Change: com.workingdogs.village completely removed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892040" y="3520440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Rewrite affected files to use standard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892040" y="3666744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java.sql.ResultSet or Torque 6 RecordMapper API.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709160" y="3950208"/>
            <a:ext cx="4160520" cy="877824"/>
          </a:xfrm>
          <a:prstGeom prst="roundRect">
            <a:avLst>
              <a:gd name="adj" fmla="val 5208"/>
            </a:avLst>
          </a:prstGeom>
          <a:solidFill>
            <a:srgbClr val="F4F4F4"/>
          </a:solidFill>
          <a:ln w="5080">
            <a:solidFill>
              <a:srgbClr val="DDDDD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863840" y="3986784"/>
            <a:ext cx="868680" cy="173736"/>
          </a:xfrm>
          <a:prstGeom prst="roundRect">
            <a:avLst>
              <a:gd name="adj" fmla="val 21053"/>
            </a:avLst>
          </a:prstGeom>
          <a:solidFill>
            <a:srgbClr val="0F3460"/>
          </a:solidFill>
          <a:ln/>
        </p:spPr>
      </p:sp>
      <p:sp>
        <p:nvSpPr>
          <p:cNvPr id="47" name="Text 45"/>
          <p:cNvSpPr/>
          <p:nvPr/>
        </p:nvSpPr>
        <p:spPr>
          <a:xfrm>
            <a:off x="7863840" y="3986784"/>
            <a:ext cx="8686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4846320" y="398678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 + Configuration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892040" y="4197096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Change: GTPComponentService removed in Turbine 7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4892040" y="4343400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Register Torque via YAAFI — roleConfiguration.xml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4892040" y="4489704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componentConfiguration.xml + torque.properties.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4892040" y="4636008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Factory: SharedPoolDataSourceFactory → SharedPool2DataSourceFactory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54" name="Text 52"/>
          <p:cNvSpPr/>
          <p:nvPr/>
        </p:nvSpPr>
        <p:spPr>
          <a:xfrm>
            <a:off x="457200" y="4636008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Torque 3.1.1 → 6.0 is not a version bump — the ORM architecture has been redesigned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component (Criteria, Peers, Village, Bootstrap) requires dedicated migration effort  ·  Core tables demand careful validation at every step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57200" y="4956048"/>
            <a:ext cx="3657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55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Wipro Consulting  |  UOB Singapore  |  Confidential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2026-04-07T20:19:38Z</dcterms:created>
  <dcterms:modified xsi:type="dcterms:W3CDTF">2026-04-07T20:19:38Z</dcterms:modified>
</cp:coreProperties>
</file>